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PARTNERSHIP</a:t>
            </a:r>
          </a:p>
          <a:p/>
          <a:p>
            <a:r>
              <a:t>You don't need to become a programmer. You need to become a builder.</a:t>
            </a:r>
          </a:p>
          <a:p/>
          <a:p>
            <a:r>
              <a:t>Four elements form this partnership:</a:t>
            </a:r>
          </a:p>
          <a:p/>
          <a:p>
            <a:r>
              <a:t>YOU — the engineer. You bring domain knowledge, judgment, and understanding of what you actually need.</a:t>
            </a:r>
          </a:p>
          <a:p/>
          <a:p>
            <a:r>
              <a:t>AI — your coding partner. It knows syntax, patterns, and can generate code quickly.</a:t>
            </a:r>
          </a:p>
          <a:p/>
          <a:p>
            <a:r>
              <a:t>PROMPT — the bridge. How you communicate with AI. Quality of prompt = quality of output.</a:t>
            </a:r>
          </a:p>
          <a:p/>
          <a:p>
            <a:r>
              <a:t>SOFTWARE — the output. Working code that solves your problem.</a:t>
            </a:r>
          </a:p>
          <a:p/>
          <a:p>
            <a:r>
              <a:t>Key insight: You provide direction. AI provides code. Together, you build.</a:t>
            </a:r>
          </a:p>
          <a:p/>
          <a:p>
            <a:r>
              <a:t>You're not replacing yourself with AI. You're amplifying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</a:t>
            </a:r>
          </a:p>
          <a:p/>
          <a:p>
            <a:r>
              <a:t>This is how every coding session with AI actually works. Memorize this loop.</a:t>
            </a:r>
          </a:p>
          <a:p/>
          <a:p>
            <a:r>
              <a:t>DESCRIBE — Tell AI what you want.</a:t>
            </a:r>
          </a:p>
          <a:p>
            <a:r>
              <a:t>GET — AI gives you code.</a:t>
            </a:r>
          </a:p>
          <a:p>
            <a:r>
              <a:t>RUN — Actually run the code. See what happens.</a:t>
            </a:r>
          </a:p>
          <a:p>
            <a:r>
              <a:t>EVALUATE — Does it work? Does it do what you wanted?</a:t>
            </a:r>
          </a:p>
          <a:p/>
          <a:p>
            <a:r>
              <a:t>Then decide: Done or Refine?</a:t>
            </a:r>
          </a:p>
          <a:p/>
          <a:p>
            <a:r>
              <a:t>If it works, move on. If not, go back to DESCRIBE with more information.</a:t>
            </a:r>
          </a:p>
          <a:p/>
          <a:p>
            <a:r>
              <a:t>Key insight: Every problem is solvable through iteration. You don't need to get it right the first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DRAFT</a:t>
            </a:r>
          </a:p>
          <a:p/>
          <a:p>
            <a:r>
              <a:t>Most beginners expect perfection on the first try. That's wrong.</a:t>
            </a:r>
          </a:p>
          <a:p/>
          <a:p>
            <a:r>
              <a:t>Version 1: 10% — Rough draft, might not even run</a:t>
            </a:r>
          </a:p>
          <a:p>
            <a:r>
              <a:t>Version 2: 40% — Basic structure works</a:t>
            </a:r>
          </a:p>
          <a:p>
            <a:r>
              <a:t>Version 3: 75% — Right calculation, missing edge cases</a:t>
            </a:r>
          </a:p>
          <a:p>
            <a:r>
              <a:t>Version 4: 100% — It works. Ship it.</a:t>
            </a:r>
          </a:p>
          <a:p/>
          <a:p>
            <a:r>
              <a:t>Treat AI output like a first draft, not a final answer.</a:t>
            </a:r>
          </a:p>
          <a:p/>
          <a:p>
            <a:r>
              <a:t>Stop asking "why didn't AI give me perfect code?" and start asking "what do I need to tell AI to make this better?"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OPERATIONS</a:t>
            </a:r>
          </a:p>
          <a:p/>
          <a:p>
            <a:r>
              <a:t>Everything you'll ever do with AI coding falls into six categories:</a:t>
            </a:r>
          </a:p>
          <a:p/>
          <a:p>
            <a:r>
              <a:t>CREATE — Making something new</a:t>
            </a:r>
          </a:p>
          <a:p>
            <a:r>
              <a:t>READ — Understanding existing code</a:t>
            </a:r>
          </a:p>
          <a:p>
            <a:r>
              <a:t>EDIT — Changing existing code</a:t>
            </a:r>
          </a:p>
          <a:p>
            <a:r>
              <a:t>RUN — Executing code (you do this)</a:t>
            </a:r>
          </a:p>
          <a:p>
            <a:r>
              <a:t>FIX — Debugging errors</a:t>
            </a:r>
          </a:p>
          <a:p>
            <a:r>
              <a:t>EXTEND — Adding to existing code</a:t>
            </a:r>
          </a:p>
          <a:p/>
          <a:p>
            <a:r>
              <a:t>When stuck, ask yourself: "Which operation am I trying to do?"</a:t>
            </a:r>
          </a:p>
          <a:p/>
          <a:p>
            <a:r>
              <a:t>Then structure your prompt around that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DECOMPOSITION</a:t>
            </a:r>
          </a:p>
          <a:p/>
          <a:p>
            <a:r>
              <a:t>The single most important skill: breaking big things into small things.</a:t>
            </a:r>
          </a:p>
          <a:p/>
          <a:p>
            <a:r>
              <a:t>Big task: "Build a bolt calculator app" — Too vague for AI</a:t>
            </a:r>
          </a:p>
          <a:p/>
          <a:p>
            <a:r>
              <a:t>Break it down:</a:t>
            </a:r>
          </a:p>
          <a:p>
            <a:r>
              <a:t>- Input section → Get force, Get area, Validate</a:t>
            </a:r>
          </a:p>
          <a:p>
            <a:r>
              <a:t>- Calculation engine → Calculate stress, Check limits</a:t>
            </a:r>
          </a:p>
          <a:p>
            <a:r>
              <a:t>- Results display → Format output, Show warnings</a:t>
            </a:r>
          </a:p>
          <a:p/>
          <a:p>
            <a:r>
              <a:t>Big tasks confuse AI. Small tasks get perfect results.</a:t>
            </a:r>
          </a:p>
          <a:p/>
          <a:p>
            <a:r>
              <a:t>Think of it like engineering drawings. You don't hand someone a napkin sketch. You provide detailed drawings of each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ONE-SENTENCE RULE</a:t>
            </a:r>
          </a:p>
          <a:p/>
          <a:p>
            <a:r>
              <a:t>Simple test: Can I explain this task in ONE sentence?</a:t>
            </a:r>
          </a:p>
          <a:p/>
          <a:p>
            <a:r>
              <a:t>If NO → Task is too big. Break it down.</a:t>
            </a:r>
          </a:p>
          <a:p>
            <a:r>
              <a:t>If YES → Task is just right. Give it to AI.</a:t>
            </a:r>
          </a:p>
          <a:p/>
          <a:p>
            <a:r>
              <a:t>TOO BIG: "Build me an app that handles all our bolt calculations with a UI and database and reports"</a:t>
            </a:r>
          </a:p>
          <a:p/>
          <a:p>
            <a:r>
              <a:t>JUST RIGHT: "Create a function that calculates tensile stress from force and area"</a:t>
            </a:r>
          </a:p>
          <a:p/>
          <a:p>
            <a:r>
              <a:t>When you find yourself writing a paragraph, stop. Decompose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SPECIFICITY SPECTRUM</a:t>
            </a:r>
          </a:p>
          <a:p/>
          <a:p>
            <a:r>
              <a:t>Not all prompts are equal.</a:t>
            </a:r>
          </a:p>
          <a:p/>
          <a:p>
            <a:r>
              <a:t>VAGUE: "Help me with calculations" — 20% success</a:t>
            </a:r>
          </a:p>
          <a:p>
            <a:r>
              <a:t>MEDIUM: "Write a stress calculation function" — 50% success</a:t>
            </a:r>
          </a:p>
          <a:p>
            <a:r>
              <a:t>PRECISE: "Write a Python function called calculate_tensile_stress that takes force in Newtons and area in mm², returns stress in MPa, raises error if negative" — 90% success</a:t>
            </a:r>
          </a:p>
          <a:p/>
          <a:p>
            <a:r>
              <a:t>More specific prompts = Fewer iterations = Better results</a:t>
            </a:r>
          </a:p>
          <a:p/>
          <a:p>
            <a:r>
              <a:t>Spend 2 minutes on a good prompt, get working code. Or spend 30 seconds on a vague prompt and 20 minutes fixing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COMPONENTS OF A PRECISE PROMPT</a:t>
            </a:r>
          </a:p>
          <a:p/>
          <a:p>
            <a:r>
              <a:t>WHAT — The action: "Create a function"</a:t>
            </a:r>
          </a:p>
          <a:p>
            <a:r>
              <a:t>WHERE — The location: "in utils.py"</a:t>
            </a:r>
          </a:p>
          <a:p>
            <a:r>
              <a:t>HOW — The method: "using recursion"</a:t>
            </a:r>
          </a:p>
          <a:p>
            <a:r>
              <a:t>WHY — The purpose: "to calculate factorials for the stats module"</a:t>
            </a:r>
          </a:p>
          <a:p>
            <a:r>
              <a:t>EXAMPLE — Show expected: "factorial(5) should return 120"</a:t>
            </a:r>
          </a:p>
          <a:p/>
          <a:p>
            <a:r>
              <a:t>You don't always need all five. But the more you include, the better your results.</a:t>
            </a:r>
          </a:p>
          <a:p/>
          <a:p>
            <a:r>
              <a:t>More components = Less guessing = Better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VS BAD FEEDBACK</a:t>
            </a:r>
          </a:p>
          <a:p/>
          <a:p>
            <a:r>
              <a:t>When AI gives you something that's not quite right, how you respond matters.</a:t>
            </a:r>
          </a:p>
          <a:p/>
          <a:p>
            <a:r>
              <a:t>BAD FEEDBACK:</a:t>
            </a:r>
          </a:p>
          <a:p>
            <a:r>
              <a:t>- "It doesn't work" — AI has no idea what's wrong</a:t>
            </a:r>
          </a:p>
          <a:p>
            <a:r>
              <a:t>- "This is wrong" — Wrong how?</a:t>
            </a:r>
          </a:p>
          <a:p>
            <a:r>
              <a:t>- "Fix it" — Fix what? AI will guess wrong</a:t>
            </a:r>
          </a:p>
          <a:p>
            <a:r>
              <a:t>- "That's not what I wanted" — Then what DID you want?</a:t>
            </a:r>
          </a:p>
          <a:p/>
          <a:p>
            <a:r>
              <a:t>GOOD FEEDBACK:</a:t>
            </a:r>
          </a:p>
          <a:p>
            <a:r>
              <a:t>- "Getting error: TypeError on line 15" — AI knows where to look</a:t>
            </a:r>
          </a:p>
          <a:p>
            <a:r>
              <a:t>- "Output is 5, but should be 10" — AI knows the gap</a:t>
            </a:r>
          </a:p>
          <a:p>
            <a:r>
              <a:t>- "Change the loop to start at 1, not 0" — AI knows the fix</a:t>
            </a:r>
          </a:p>
          <a:p/>
          <a:p>
            <a:r>
              <a:t>Specific feedback → Specific fixes → Done faster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FEEDBACK FORMULA</a:t>
            </a:r>
          </a:p>
          <a:p/>
          <a:p>
            <a:r>
              <a:t>"Got [X]. Expected [Y]. Change [Z]."</a:t>
            </a:r>
          </a:p>
          <a:p/>
          <a:p>
            <a:r>
              <a:t>GOT [X] — What actually happened</a:t>
            </a:r>
          </a:p>
          <a:p>
            <a:r>
              <a:t>EXPECTED [Y] — What should happen</a:t>
            </a:r>
          </a:p>
          <a:p>
            <a:r>
              <a:t>CHANGE [Z] — What to modify (optional but helpful)</a:t>
            </a:r>
          </a:p>
          <a:p/>
          <a:p>
            <a:r>
              <a:t>Example:</a:t>
            </a:r>
          </a:p>
          <a:p>
            <a:r>
              <a:t>Got: "Function returns 15 for input [1,2,3,4,5]"</a:t>
            </a:r>
          </a:p>
          <a:p>
            <a:r>
              <a:t>Expected: "Should return 120 (product, not sum)"</a:t>
            </a:r>
          </a:p>
          <a:p>
            <a:r>
              <a:t>Change: "Use multiplication instead of addition in the loop"</a:t>
            </a:r>
          </a:p>
          <a:p/>
          <a:p>
            <a:r>
              <a:t>Complete information = One-shot fix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WINDOW</a:t>
            </a:r>
          </a:p>
          <a:p/>
          <a:p>
            <a:r>
              <a:t>AI only sees what's in the prompt.</a:t>
            </a:r>
          </a:p>
          <a:p/>
          <a:p>
            <a:r>
              <a:t>Your world contains: project history, other files, business requirements, team standards, past conversations, your preferences.</a:t>
            </a:r>
          </a:p>
          <a:p/>
          <a:p>
            <a:r>
              <a:t>AI's window contains: ONLY what you put in this prompt.</a:t>
            </a:r>
          </a:p>
          <a:p/>
          <a:p>
            <a:r>
              <a:t>AI cannot see your screen, access your files, remember past chats, know your project, or read your mind. Unless you tell it.</a:t>
            </a:r>
          </a:p>
          <a:p/>
          <a:p>
            <a:r>
              <a:t>The more context you share, the better AI understands.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SHARE</a:t>
            </a:r>
          </a:p>
          <a:p/>
          <a:p>
            <a:r>
              <a:t>Five types of context that improve AI results:</a:t>
            </a:r>
          </a:p>
          <a:p/>
          <a:p>
            <a:r>
              <a:t>1. CONSTRAINTS — "Must work in Python 3.8", "No external libraries"</a:t>
            </a:r>
          </a:p>
          <a:p>
            <a:r>
              <a:t>2. PREFERENCES — "Use descriptive variable names", "Prefer simple over clever"</a:t>
            </a:r>
          </a:p>
          <a:p>
            <a:r>
              <a:t>3. HISTORY — "We tried X but it failed because...", "Part of a larger system"</a:t>
            </a:r>
          </a:p>
          <a:p>
            <a:r>
              <a:t>4. ERRORS — Exact error messages, line numbers, when it happens</a:t>
            </a:r>
          </a:p>
          <a:p>
            <a:r>
              <a:t>5. FILES — Current code, sample data, config files</a:t>
            </a:r>
          </a:p>
          <a:p/>
          <a:p>
            <a:r>
              <a:t>Before sending: Did I share constraints? Preferences? History? Errors? Files?</a:t>
            </a:r>
          </a:p>
          <a:p/>
          <a:p>
            <a:r>
              <a:t>More context = Fewer iterations = Better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</a:t>
            </a:r>
          </a:p>
          <a:p/>
          <a:p>
            <a:r>
              <a:t>Sometimes you need to know when to stop refining and start fresh.</a:t>
            </a:r>
          </a:p>
          <a:p/>
          <a:p>
            <a:r>
              <a:t>Is AI's output close to what you want?</a:t>
            </a:r>
          </a:p>
          <a:p/>
          <a:p>
            <a:r>
              <a:t>YES → REFINE</a:t>
            </a:r>
          </a:p>
          <a:p>
            <a:r>
              <a:t>Signs: Structure correct, small bugs, missing one feature, style needs adjustment</a:t>
            </a:r>
          </a:p>
          <a:p/>
          <a:p>
            <a:r>
              <a:t>NO → RESTART</a:t>
            </a:r>
          </a:p>
          <a:p>
            <a:r>
              <a:t>Signs: Wrong approach entirely, missing the point, multiple fundamental problems, going in circles</a:t>
            </a:r>
          </a:p>
          <a:p/>
          <a:p>
            <a:r>
              <a:t>Starting fresh isn't failure. It's efficiency. Sometimes the fastest path is to abandon and try again with a better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5-ATTEMPT RULE</a:t>
            </a:r>
          </a:p>
          <a:p/>
          <a:p>
            <a:r>
              <a:t>Simple rule: Five attempts maximum, then restart.</a:t>
            </a:r>
          </a:p>
          <a:p/>
          <a:p>
            <a:r>
              <a:t>Attempt 1: TRY — Initial prompt</a:t>
            </a:r>
          </a:p>
          <a:p>
            <a:r>
              <a:t>Attempt 2: REFINE — Add specifics</a:t>
            </a:r>
          </a:p>
          <a:p>
            <a:r>
              <a:t>Attempt 3: ADJUST — Fix errors</a:t>
            </a:r>
          </a:p>
          <a:p>
            <a:r>
              <a:t>Attempt 4: REPHRASE — Different approach</a:t>
            </a:r>
          </a:p>
          <a:p>
            <a:r>
              <a:t>Attempt 5: LAST TRY — Everything you've learned</a:t>
            </a:r>
          </a:p>
          <a:p/>
          <a:p>
            <a:r>
              <a:t>Still not there? RESTART with a new conversation and better prompt.</a:t>
            </a:r>
          </a:p>
          <a:p/>
          <a:p>
            <a:r>
              <a:t>Too few (1-2): Giving up too early</a:t>
            </a:r>
          </a:p>
          <a:p>
            <a:r>
              <a:t>Just right (3-5): Enough to find solutions</a:t>
            </a:r>
          </a:p>
          <a:p>
            <a:r>
              <a:t>Too many (6+): Diminishing returns, going in circles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TRAPS</a:t>
            </a:r>
          </a:p>
          <a:p/>
          <a:p>
            <a:r>
              <a:t>TRAP 1: BLIND TRUST — Running code without reading it</a:t>
            </a:r>
          </a:p>
          <a:p>
            <a:r>
              <a:t>Fix: Always review before running</a:t>
            </a:r>
          </a:p>
          <a:p/>
          <a:p>
            <a:r>
              <a:t>TRAP 2: VAGUE PROMPTS — "Make it better"</a:t>
            </a:r>
          </a:p>
          <a:p>
            <a:r>
              <a:t>Fix: Be specific about what's wrong</a:t>
            </a:r>
          </a:p>
          <a:p/>
          <a:p>
            <a:r>
              <a:t>TRAP 3: TOO BIG TASKS — "Build me a whole app"</a:t>
            </a:r>
          </a:p>
          <a:p>
            <a:r>
              <a:t>Fix: Break into small tasks</a:t>
            </a:r>
          </a:p>
          <a:p/>
          <a:p>
            <a:r>
              <a:t>TRAP 4: NO CONTEXT — Not sharing errors or code</a:t>
            </a:r>
          </a:p>
          <a:p>
            <a:r>
              <a:t>Fix: Paste errors, include code</a:t>
            </a:r>
          </a:p>
          <a:p/>
          <a:p>
            <a:r>
              <a:t>TRAP 5: GIVING UP TOO FAST — First attempt didn't work</a:t>
            </a:r>
          </a:p>
          <a:p>
            <a:r>
              <a:t>Fix: Give 3-5 attempts</a:t>
            </a:r>
          </a:p>
          <a:p/>
          <a:p>
            <a:r>
              <a:t>TRAP 6: NOT LEARNING — Copy-paste without understanding</a:t>
            </a:r>
          </a:p>
          <a:p>
            <a:r>
              <a:t>Fix: Ask AI to explain</a:t>
            </a:r>
          </a:p>
          <a:p/>
          <a:p>
            <a:r>
              <a:t>Most traps come from treating AI like magic instead of a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LEVELS</a:t>
            </a:r>
          </a:p>
          <a:p/>
          <a:p>
            <a:r>
              <a:t>How much to trust AI output depends on consequences of failure.</a:t>
            </a:r>
          </a:p>
          <a:p/>
          <a:p>
            <a:r>
              <a:t>LOW TRUST — Verify Everything</a:t>
            </a:r>
          </a:p>
          <a:p>
            <a:r>
              <a:t>When: Security code, financial calculations, safety-critical, data deletion</a:t>
            </a:r>
          </a:p>
          <a:p>
            <a:r>
              <a:t>Action: Read every line, test thoroughly, get second opinion</a:t>
            </a:r>
          </a:p>
          <a:p/>
          <a:p>
            <a:r>
              <a:t>MEDIUM TRUST — Review and Test</a:t>
            </a:r>
          </a:p>
          <a:p>
            <a:r>
              <a:t>When: Standard features, business logic, API integrations</a:t>
            </a:r>
          </a:p>
          <a:p>
            <a:r>
              <a:t>Action: Skim code, run basic tests, check edge cases</a:t>
            </a:r>
          </a:p>
          <a:p/>
          <a:p>
            <a:r>
              <a:t>HIGH TRUST — Quick Check</a:t>
            </a:r>
          </a:p>
          <a:p>
            <a:r>
              <a:t>When: Simple utilities, formatting, text manipulation</a:t>
            </a:r>
          </a:p>
          <a:p>
            <a:r>
              <a:t>Action: Glance at output, run once, move on</a:t>
            </a:r>
          </a:p>
          <a:p/>
          <a:p>
            <a:r>
              <a:t>Trust level depends on consequences, not AI confidence.</a:t>
            </a:r>
          </a:p>
          <a:p>
            <a:r>
              <a:t>Higher stakes = More verification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DEBUGGING FLOW</a:t>
            </a:r>
          </a:p>
          <a:p/>
          <a:p>
            <a:r>
              <a:t>1. CAPTURE — Copy the exact error message</a:t>
            </a:r>
          </a:p>
          <a:p>
            <a:r>
              <a:t>2. LOCATE — Find the problem line</a:t>
            </a:r>
          </a:p>
          <a:p>
            <a:r>
              <a:t>3. CONTEXT — Include surrounding code</a:t>
            </a:r>
          </a:p>
          <a:p>
            <a:r>
              <a:t>4. ASK — Send to AI with all context</a:t>
            </a:r>
          </a:p>
          <a:p>
            <a:r>
              <a:t>5. APPLY — Make the fix</a:t>
            </a:r>
          </a:p>
          <a:p>
            <a:r>
              <a:t>6. TEST — Verify it's fixed</a:t>
            </a:r>
          </a:p>
          <a:p/>
          <a:p>
            <a:r>
              <a:t>BAD: "My code doesn't work, fix it"</a:t>
            </a:r>
          </a:p>
          <a:p>
            <a:r>
              <a:t>GOOD: "Error: TypeError on line 15. Here's lines 10-20. Input was [1, 2, None]. Should skip None values."</a:t>
            </a:r>
          </a:p>
          <a:p/>
          <a:p>
            <a:r>
              <a:t>Better information in = Better fix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TYPES</a:t>
            </a:r>
          </a:p>
          <a:p/>
          <a:p>
            <a:r>
              <a:t>SYNTAX ERROR — Code can't even run</a:t>
            </a:r>
          </a:p>
          <a:p>
            <a:r>
              <a:t>Examples: Missing brackets, typos, wrong indentation</a:t>
            </a:r>
          </a:p>
          <a:p>
            <a:r>
              <a:t>Tell AI: "Syntax error on line X"</a:t>
            </a:r>
          </a:p>
          <a:p>
            <a:r>
              <a:t>Easiest to fix</a:t>
            </a:r>
          </a:p>
          <a:p/>
          <a:p>
            <a:r>
              <a:t>RUNTIME ERROR — Code crashes while running</a:t>
            </a:r>
          </a:p>
          <a:p>
            <a:r>
              <a:t>Examples: Division by zero, null access, file not found</a:t>
            </a:r>
          </a:p>
          <a:p>
            <a:r>
              <a:t>Tell AI: "Crashes at line X with [error]"</a:t>
            </a:r>
          </a:p>
          <a:p>
            <a:r>
              <a:t>Medium difficulty</a:t>
            </a:r>
          </a:p>
          <a:p/>
          <a:p>
            <a:r>
              <a:t>LOGIC ERROR — Code runs but wrong result</a:t>
            </a:r>
          </a:p>
          <a:p>
            <a:r>
              <a:t>Examples: Wrong calculation, off-by-one, wrong condition</a:t>
            </a:r>
          </a:p>
          <a:p>
            <a:r>
              <a:t>Tell AI: "Got X, expected Y"</a:t>
            </a:r>
          </a:p>
          <a:p>
            <a:r>
              <a:t>Hardest to fix</a:t>
            </a:r>
          </a:p>
          <a:p/>
          <a:p>
            <a:r>
              <a:t>Name the error type = Faster fix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GETTING STUCK</a:t>
            </a:r>
          </a:p>
          <a:p/>
          <a:p>
            <a:r>
              <a:t>Warning signs:</a:t>
            </a:r>
          </a:p>
          <a:p>
            <a:r>
              <a:t>- Same error keeps coming back</a:t>
            </a:r>
          </a:p>
          <a:p>
            <a:r>
              <a:t>- Fixing one thing breaks another</a:t>
            </a:r>
          </a:p>
          <a:p>
            <a:r>
              <a:t>- AI gives same answer repeatedly</a:t>
            </a:r>
          </a:p>
          <a:p>
            <a:r>
              <a:t>- More than 5 attempts without progress</a:t>
            </a:r>
          </a:p>
          <a:p>
            <a:r>
              <a:t>- Getting frustrated</a:t>
            </a:r>
          </a:p>
          <a:p/>
          <a:p>
            <a:r>
              <a:t>What's happening:</a:t>
            </a:r>
          </a:p>
          <a:p>
            <a:r>
              <a:t>- Wrong mental model of the problem</a:t>
            </a:r>
          </a:p>
          <a:p>
            <a:r>
              <a:t>- Missing crucial information</a:t>
            </a:r>
          </a:p>
          <a:p>
            <a:r>
              <a:t>- Task is too complex</a:t>
            </a:r>
          </a:p>
          <a:p>
            <a:r>
              <a:t>- Solving wrong problem entirely</a:t>
            </a:r>
          </a:p>
          <a:p/>
          <a:p>
            <a:r>
              <a:t>The stuck loop: TRY → FAIL → TRY AGAIN → SAME FAIL → repeat</a:t>
            </a:r>
          </a:p>
          <a:p/>
          <a:p>
            <a:r>
              <a:t>Being stuck is information: your approach needs to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ESCAPE ROUTES</a:t>
            </a:r>
          </a:p>
          <a:p/>
          <a:p>
            <a:r>
              <a:t>1. START FRESH — New conversation, new prompt</a:t>
            </a:r>
          </a:p>
          <a:p>
            <a:r>
              <a:t>   Use when: Same error repeating</a:t>
            </a:r>
          </a:p>
          <a:p/>
          <a:p>
            <a:r>
              <a:t>2. BREAK SMALLER — Split the task</a:t>
            </a:r>
          </a:p>
          <a:p>
            <a:r>
              <a:t>   Use when: Task seems impossible</a:t>
            </a:r>
          </a:p>
          <a:p/>
          <a:p>
            <a:r>
              <a:t>3. ADD CONTEXT — Share more information</a:t>
            </a:r>
          </a:p>
          <a:p>
            <a:r>
              <a:t>   Use when: AI seems confused</a:t>
            </a:r>
          </a:p>
          <a:p/>
          <a:p>
            <a:r>
              <a:t>4. REPHRASE — Different words, different angle</a:t>
            </a:r>
          </a:p>
          <a:p>
            <a:r>
              <a:t>   Use when: AI misunderstanding you</a:t>
            </a:r>
          </a:p>
          <a:p/>
          <a:p>
            <a:r>
              <a:t>5. ASK WHY — Get AI to explain the error</a:t>
            </a:r>
          </a:p>
          <a:p>
            <a:r>
              <a:t>   Use when: You don't understand</a:t>
            </a:r>
          </a:p>
          <a:p/>
          <a:p>
            <a:r>
              <a:t>6. SIMPLIFY — Make a minimal example</a:t>
            </a:r>
          </a:p>
          <a:p>
            <a:r>
              <a:t>   Use when: Too many things could be wrong</a:t>
            </a:r>
          </a:p>
          <a:p/>
          <a:p>
            <a:r>
              <a:t>Every problem has an escape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TO READ CODE</a:t>
            </a:r>
          </a:p>
          <a:p/>
          <a:p>
            <a:r>
              <a:t>You don't need to write code to understand it.</a:t>
            </a:r>
          </a:p>
          <a:p/>
          <a:p>
            <a:r>
              <a:t>LOOK FOR:</a:t>
            </a:r>
          </a:p>
          <a:p>
            <a:r>
              <a:t>- Names: Variables describe what they hold</a:t>
            </a:r>
          </a:p>
          <a:p>
            <a:r>
              <a:t>- Structure: Indentation shows grouping</a:t>
            </a:r>
          </a:p>
          <a:p>
            <a:r>
              <a:t>- Keywords: if, for, while, return</a:t>
            </a:r>
          </a:p>
          <a:p>
            <a:r>
              <a:t>- Comments: Human explanations</a:t>
            </a:r>
          </a:p>
          <a:p>
            <a:r>
              <a:t>- Flow: Top to bottom, branching</a:t>
            </a:r>
          </a:p>
          <a:p/>
          <a:p>
            <a:r>
              <a:t>ASK AI:</a:t>
            </a:r>
          </a:p>
          <a:p>
            <a:r>
              <a:t>- "What does this code do?"</a:t>
            </a:r>
          </a:p>
          <a:p>
            <a:r>
              <a:t>- "Explain line by line"</a:t>
            </a:r>
          </a:p>
          <a:p>
            <a:r>
              <a:t>- "What is [variable] for?"</a:t>
            </a:r>
          </a:p>
          <a:p>
            <a:r>
              <a:t>- "Why is this needed?"</a:t>
            </a:r>
          </a:p>
          <a:p/>
          <a:p>
            <a:r>
              <a:t>SKIP FOR NOW:</a:t>
            </a:r>
          </a:p>
          <a:p>
            <a:r>
              <a:t>- Memorizing syntax</a:t>
            </a:r>
          </a:p>
          <a:p>
            <a:r>
              <a:t>- Understanding every detail</a:t>
            </a:r>
          </a:p>
          <a:p>
            <a:r>
              <a:t>- Advanced patterns</a:t>
            </a:r>
          </a:p>
          <a:p/>
          <a:p>
            <a:r>
              <a:t>Goal: Understand what code does, not memorize how to write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ANATOMY</a:t>
            </a:r>
          </a:p>
          <a:p/>
          <a:p>
            <a:r>
              <a:t>Universal parts of every program:</a:t>
            </a:r>
          </a:p>
          <a:p/>
          <a:p>
            <a:r>
              <a:t>COMMENT — Notes for humans, ignored by computer</a:t>
            </a:r>
          </a:p>
          <a:p>
            <a:r>
              <a:t>Like sticky notes on code</a:t>
            </a:r>
          </a:p>
          <a:p/>
          <a:p>
            <a:r>
              <a:t>FUNCTION — Reusable blocks of code</a:t>
            </a:r>
          </a:p>
          <a:p>
            <a:r>
              <a:t>Take inputs, give outputs</a:t>
            </a:r>
          </a:p>
          <a:p>
            <a:r>
              <a:t>Like machines in a factory</a:t>
            </a:r>
          </a:p>
          <a:p/>
          <a:p>
            <a:r>
              <a:t>VARIABLE — Named containers for data</a:t>
            </a:r>
          </a:p>
          <a:p>
            <a:r>
              <a:t>The name tells you what's inside</a:t>
            </a:r>
          </a:p>
          <a:p/>
          <a:p>
            <a:r>
              <a:t>CONDITION — Makes decisions</a:t>
            </a:r>
          </a:p>
          <a:p>
            <a:r>
              <a:t>if/else, true/false</a:t>
            </a:r>
          </a:p>
          <a:p>
            <a:r>
              <a:t>Like a fork in the road</a:t>
            </a:r>
          </a:p>
          <a:p/>
          <a:p>
            <a:r>
              <a:t>OUTPUT — Shows results to user</a:t>
            </a:r>
          </a:p>
          <a:p>
            <a:r>
              <a:t>Makes the invisible visible</a:t>
            </a:r>
          </a:p>
          <a:p/>
          <a:p>
            <a:r>
              <a:t>Every program is made of these building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VARIABLES</a:t>
            </a:r>
          </a:p>
          <a:p/>
          <a:p>
            <a:r>
              <a:t>Variables are named containers for data. Like labeled boxes.</a:t>
            </a:r>
          </a:p>
          <a:p/>
          <a:p>
            <a:r>
              <a:t>bolt_diameter = 12.5</a:t>
            </a:r>
          </a:p>
          <a:p>
            <a:r>
              <a:t>Creates a box labeled "bolt_diameter" with 12.5 inside.</a:t>
            </a:r>
          </a:p>
          <a:p/>
          <a:p>
            <a:r>
              <a:t>Types:</a:t>
            </a:r>
          </a:p>
          <a:p>
            <a:r>
              <a:t>- NUMBERS: count = 42, price = 19.99</a:t>
            </a:r>
          </a:p>
          <a:p>
            <a:r>
              <a:t>- TEXT: name = "M12", status = "OK"</a:t>
            </a:r>
          </a:p>
          <a:p>
            <a:r>
              <a:t>- TRUE/FALSE: is_valid = True</a:t>
            </a:r>
          </a:p>
          <a:p>
            <a:r>
              <a:t>- LISTS: sizes = [8, 10, 12]</a:t>
            </a:r>
          </a:p>
          <a:p/>
          <a:p>
            <a:r>
              <a:t>Naming rules:</a:t>
            </a:r>
          </a:p>
          <a:p>
            <a:r>
              <a:t>- No spaces (use underscores)</a:t>
            </a:r>
          </a:p>
          <a:p>
            <a:r>
              <a:t>- Start with letter</a:t>
            </a:r>
          </a:p>
          <a:p>
            <a:r>
              <a:t>- Be descriptive</a:t>
            </a:r>
          </a:p>
          <a:p/>
          <a:p>
            <a:r>
              <a:t>Good: bolt_count, max_stress</a:t>
            </a:r>
          </a:p>
          <a:p>
            <a:r>
              <a:t>Bad: x, bc, thing1</a:t>
            </a:r>
          </a:p>
          <a:p/>
          <a:p>
            <a:r>
              <a:t>Good variable names make code self-documenting.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FLOW</a:t>
            </a:r>
          </a:p>
          <a:p/>
          <a:p>
            <a:r>
              <a:t>Three patterns handle most logic:</a:t>
            </a:r>
          </a:p>
          <a:p/>
          <a:p>
            <a:r>
              <a:t>IF/ELSE — Decisions</a:t>
            </a:r>
          </a:p>
          <a:p>
            <a:r>
              <a:t>if stress &gt; 250:</a:t>
            </a:r>
          </a:p>
          <a:p>
            <a:r>
              <a:t>    print("Fail")</a:t>
            </a:r>
          </a:p>
          <a:p>
            <a:r>
              <a:t>else:</a:t>
            </a:r>
          </a:p>
          <a:p>
            <a:r>
              <a:t>    print("Pass")</a:t>
            </a:r>
          </a:p>
          <a:p/>
          <a:p>
            <a:r>
              <a:t>FOR LOOP — Repeat N times</a:t>
            </a:r>
          </a:p>
          <a:p>
            <a:r>
              <a:t>for size in [8, 10, 12]:</a:t>
            </a:r>
          </a:p>
          <a:p>
            <a:r>
              <a:t>    print(size)</a:t>
            </a:r>
          </a:p>
          <a:p/>
          <a:p>
            <a:r>
              <a:t>WHILE LOOP — Repeat until done</a:t>
            </a:r>
          </a:p>
          <a:p>
            <a:r>
              <a:t>while error &gt; 0.01:</a:t>
            </a:r>
          </a:p>
          <a:p>
            <a:r>
              <a:t>    refine()</a:t>
            </a:r>
          </a:p>
          <a:p/>
          <a:p>
            <a:r>
              <a:t>Summary:</a:t>
            </a:r>
          </a:p>
          <a:p>
            <a:r>
              <a:t>- if/else: Choose between options</a:t>
            </a:r>
          </a:p>
          <a:p>
            <a:r>
              <a:t>- for: Do something N times</a:t>
            </a:r>
          </a:p>
          <a:p>
            <a:r>
              <a:t>- while: Keep going until done</a:t>
            </a:r>
          </a:p>
          <a:p/>
          <a:p>
            <a:r>
              <a:t>Programs = Data + Decisions + Repetition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FUNCTIONS</a:t>
            </a:r>
          </a:p>
          <a:p/>
          <a:p>
            <a:r>
              <a:t>A function is like a machine: put something in, get something out.</a:t>
            </a:r>
          </a:p>
          <a:p/>
          <a:p>
            <a:r>
              <a:t>def calculate_stress(force, area):</a:t>
            </a:r>
          </a:p>
          <a:p>
            <a:r>
              <a:t>    return force / area</a:t>
            </a:r>
          </a:p>
          <a:p/>
          <a:p>
            <a:r>
              <a:t>result = calculate_stress(1000, 4)</a:t>
            </a:r>
          </a:p>
          <a:p>
            <a:r>
              <a:t># result is now 250</a:t>
            </a:r>
          </a:p>
          <a:p/>
          <a:p>
            <a:r>
              <a:t>Parts:</a:t>
            </a:r>
          </a:p>
          <a:p>
            <a:r>
              <a:t>- Name: what it does</a:t>
            </a:r>
          </a:p>
          <a:p>
            <a:r>
              <a:t>- Parameters: inputs</a:t>
            </a:r>
          </a:p>
          <a:p>
            <a:r>
              <a:t>- Body: the work</a:t>
            </a:r>
          </a:p>
          <a:p>
            <a:r>
              <a:t>- Return: output</a:t>
            </a:r>
          </a:p>
          <a:p/>
          <a:p>
            <a:r>
              <a:t>Why use functions:</a:t>
            </a:r>
          </a:p>
          <a:p>
            <a:r>
              <a:t>- Reuse code (write once)</a:t>
            </a:r>
          </a:p>
          <a:p>
            <a:r>
              <a:t>- Organize logic (clear names)</a:t>
            </a:r>
          </a:p>
          <a:p>
            <a:r>
              <a:t>- Test easily (isolated units)</a:t>
            </a:r>
          </a:p>
          <a:p>
            <a:r>
              <a:t>- Fix in one place</a:t>
            </a:r>
          </a:p>
          <a:p/>
          <a:p>
            <a:r>
              <a:t>Functions = Reusable building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LIBRARIES</a:t>
            </a:r>
          </a:p>
          <a:p/>
          <a:p>
            <a:r>
              <a:t>Libraries are pre-built code. Don't reinvent the wheel.</a:t>
            </a:r>
          </a:p>
          <a:p/>
          <a:p>
            <a:r>
              <a:t>WITHOUT: 5 lines to calculate average manually</a:t>
            </a:r>
          </a:p>
          <a:p>
            <a:r>
              <a:t>WITH: 1 line using statistics.mean()</a:t>
            </a:r>
          </a:p>
          <a:p/>
          <a:p>
            <a:r>
              <a:t>Useful libraries:</a:t>
            </a:r>
          </a:p>
          <a:p/>
          <a:p>
            <a:r>
              <a:t>Math/Science: numpy, scipy, pandas, math</a:t>
            </a:r>
          </a:p>
          <a:p>
            <a:r>
              <a:t>Visualization: matplotlib, plotly, seaborn</a:t>
            </a:r>
          </a:p>
          <a:p>
            <a:r>
              <a:t>Files: os, json, csv, datetime</a:t>
            </a:r>
          </a:p>
          <a:p/>
          <a:p>
            <a:r>
              <a:t>Ask AI: "What library should I use to [task]?"</a:t>
            </a:r>
          </a:p>
          <a:p/>
          <a:p>
            <a:r>
              <a:t>Stand on shoulders of giants — use libraries!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STRUCTURES</a:t>
            </a:r>
          </a:p>
          <a:p/>
          <a:p>
            <a:r>
              <a:t>LIST — Ordered collection</a:t>
            </a:r>
          </a:p>
          <a:p>
            <a:r>
              <a:t>bolt_sizes = [8, 10, 12]</a:t>
            </a:r>
          </a:p>
          <a:p>
            <a:r>
              <a:t>Access by position: bolt_sizes[0]</a:t>
            </a:r>
          </a:p>
          <a:p>
            <a:r>
              <a:t>Like a shopping list</a:t>
            </a:r>
          </a:p>
          <a:p/>
          <a:p>
            <a:r>
              <a:t>DICTIONARY — Key-value pairs</a:t>
            </a:r>
          </a:p>
          <a:p>
            <a:r>
              <a:t>bolt = {"name": "M12", "grade": "8.8"}</a:t>
            </a:r>
          </a:p>
          <a:p>
            <a:r>
              <a:t>Access by name: bolt["grade"]</a:t>
            </a:r>
          </a:p>
          <a:p>
            <a:r>
              <a:t>Like a real dictionary</a:t>
            </a:r>
          </a:p>
          <a:p/>
          <a:p>
            <a:r>
              <a:t>TUPLE — Fixed, unchangeable</a:t>
            </a:r>
          </a:p>
          <a:p>
            <a:r>
              <a:t>coords = (100.0, 200.5)</a:t>
            </a:r>
          </a:p>
          <a:p>
            <a:r>
              <a:t>Can't change after creation</a:t>
            </a:r>
          </a:p>
          <a:p>
            <a:r>
              <a:t>Like a sealed envelope</a:t>
            </a:r>
          </a:p>
          <a:p/>
          <a:p>
            <a:r>
              <a:t>Use LIST for collections that change</a:t>
            </a:r>
          </a:p>
          <a:p>
            <a:r>
              <a:t>Use DICT for named properties</a:t>
            </a:r>
          </a:p>
          <a:p>
            <a:r>
              <a:t>Use TUPLE for fixed values</a:t>
            </a:r>
          </a:p>
          <a:p/>
          <a:p>
            <a:r>
              <a:t>Right structure = Cleaner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FILES AND I/O</a:t>
            </a:r>
          </a:p>
          <a:p/>
          <a:p>
            <a:r>
              <a:t>Files are permanent storage. Data survives when program ends.</a:t>
            </a:r>
          </a:p>
          <a:p/>
          <a:p>
            <a:r>
              <a:t>READING:</a:t>
            </a:r>
          </a:p>
          <a:p>
            <a:r>
              <a:t>with open("data.csv") as file:</a:t>
            </a:r>
          </a:p>
          <a:p>
            <a:r>
              <a:t>    content = file.read()</a:t>
            </a:r>
          </a:p>
          <a:p/>
          <a:p>
            <a:r>
              <a:t>WRITING:</a:t>
            </a:r>
          </a:p>
          <a:p>
            <a:r>
              <a:t>with open("results.txt", "w") as file:</a:t>
            </a:r>
          </a:p>
          <a:p>
            <a:r>
              <a:t>    file.write("Stress: 250 MPa")</a:t>
            </a:r>
          </a:p>
          <a:p/>
          <a:p>
            <a:r>
              <a:t>File types:</a:t>
            </a:r>
          </a:p>
          <a:p>
            <a:r>
              <a:t>- .txt, .csv, .json — Human readable</a:t>
            </a:r>
          </a:p>
          <a:p>
            <a:r>
              <a:t>- .xlsx, .xml, .db — Use libraries</a:t>
            </a:r>
          </a:p>
          <a:p/>
          <a:p>
            <a:r>
              <a:t>Ask AI: "Read this CSV into a list" or "Write results to file"</a:t>
            </a:r>
          </a:p>
          <a:p/>
          <a:p>
            <a:r>
              <a:t>Files = Permanent data that survives restarts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</a:t>
            </a:r>
          </a:p>
          <a:p/>
          <a:p>
            <a:r>
              <a:t>Testing is quality control for code.</a:t>
            </a:r>
          </a:p>
          <a:p/>
          <a:p>
            <a:r>
              <a:t>Types:</a:t>
            </a:r>
          </a:p>
          <a:p>
            <a:r>
              <a:t>- Manual: Run, check output, try different inputs</a:t>
            </a:r>
          </a:p>
          <a:p>
            <a:r>
              <a:t>- Automated: Write test code, runs automatically</a:t>
            </a:r>
          </a:p>
          <a:p>
            <a:r>
              <a:t>- Edge cases: Empty inputs, extreme values</a:t>
            </a:r>
          </a:p>
          <a:p/>
          <a:p>
            <a:r>
              <a:t>Simple test:</a:t>
            </a:r>
          </a:p>
          <a:p>
            <a:r>
              <a:t>result = calculate_stress(1000, 4)</a:t>
            </a:r>
          </a:p>
          <a:p>
            <a:r>
              <a:t>expected = 250</a:t>
            </a:r>
          </a:p>
          <a:p>
            <a:r>
              <a:t>assert result == expected</a:t>
            </a:r>
          </a:p>
          <a:p/>
          <a:p>
            <a:r>
              <a:t>PASS = Code works</a:t>
            </a:r>
          </a:p>
          <a:p>
            <a:r>
              <a:t>FAIL = Fix needed</a:t>
            </a:r>
          </a:p>
          <a:p/>
          <a:p>
            <a:r>
              <a:t>Ask AI: "Write tests for this function"</a:t>
            </a:r>
          </a:p>
          <a:p/>
          <a:p>
            <a:r>
              <a:t>Tested code = Trusted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STRUCTURE</a:t>
            </a:r>
          </a:p>
          <a:p/>
          <a:p>
            <a:r>
              <a:t>Typical structure:</a:t>
            </a:r>
          </a:p>
          <a:p>
            <a:r>
              <a:t>bolt_calculator/</a:t>
            </a:r>
          </a:p>
          <a:p>
            <a:r>
              <a:t>    main.py           # Entry point</a:t>
            </a:r>
          </a:p>
          <a:p>
            <a:r>
              <a:t>    calculations.py   # Core functions</a:t>
            </a:r>
          </a:p>
          <a:p>
            <a:r>
              <a:t>    utils.py          # Helpers</a:t>
            </a:r>
          </a:p>
          <a:p>
            <a:r>
              <a:t>    data/             # Input files</a:t>
            </a:r>
          </a:p>
          <a:p>
            <a:r>
              <a:t>    output/           # Results</a:t>
            </a:r>
          </a:p>
          <a:p>
            <a:r>
              <a:t>    tests/            # Test files</a:t>
            </a:r>
          </a:p>
          <a:p>
            <a:r>
              <a:t>    README.md         # Documentation</a:t>
            </a:r>
          </a:p>
          <a:p/>
          <a:p>
            <a:r>
              <a:t>Why organize:</a:t>
            </a:r>
          </a:p>
          <a:p>
            <a:r>
              <a:t>- Find files quickly</a:t>
            </a:r>
          </a:p>
          <a:p>
            <a:r>
              <a:t>- Separate concerns</a:t>
            </a:r>
          </a:p>
          <a:p>
            <a:r>
              <a:t>- Easy to share</a:t>
            </a:r>
          </a:p>
          <a:p>
            <a:r>
              <a:t>- Professional standard</a:t>
            </a:r>
          </a:p>
          <a:p/>
          <a:p>
            <a:r>
              <a:t>File naming: lowercase, underscores, descriptive</a:t>
            </a:r>
          </a:p>
          <a:p/>
          <a:p>
            <a:r>
              <a:t>Ask AI: "Create project structure for [description]"</a:t>
            </a:r>
          </a:p>
          <a:p/>
          <a:p>
            <a:r>
              <a:t>Organized project = Maintainable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FIRST PROJECT</a:t>
            </a:r>
          </a:p>
          <a:p/>
          <a:p>
            <a:r>
              <a:t>Start small, make it work, then expand.</a:t>
            </a:r>
          </a:p>
          <a:p/>
          <a:p>
            <a:r>
              <a:t>Phase 1: PLAN</a:t>
            </a:r>
          </a:p>
          <a:p>
            <a:r>
              <a:t>Define goal, inputs/outputs, simplest version</a:t>
            </a:r>
          </a:p>
          <a:p>
            <a:r>
              <a:t>Write it in one sentence before coding</a:t>
            </a:r>
          </a:p>
          <a:p/>
          <a:p>
            <a:r>
              <a:t>Phase 2: BUILD</a:t>
            </a:r>
          </a:p>
          <a:p>
            <a:r>
              <a:t>Start with core feature, test as you go, add features one by one</a:t>
            </a:r>
          </a:p>
          <a:p>
            <a:r>
              <a:t>Get it working before making it perfect</a:t>
            </a:r>
          </a:p>
          <a:p/>
          <a:p>
            <a:r>
              <a:t>Phase 3: REFINE</a:t>
            </a:r>
          </a:p>
          <a:p>
            <a:r>
              <a:t>Handle edge cases, add error messages, clean up</a:t>
            </a:r>
          </a:p>
          <a:p>
            <a:r>
              <a:t>Ask AI to review</a:t>
            </a:r>
          </a:p>
          <a:p/>
          <a:p>
            <a:r>
              <a:t>Example: Bolt Stress Calculator</a:t>
            </a:r>
          </a:p>
          <a:p>
            <a:r>
              <a:t>Plan: "Calculate stress from force and area, warn if too high"</a:t>
            </a:r>
          </a:p>
          <a:p>
            <a:r>
              <a:t>Build: Create function, add input, add warning, format output</a:t>
            </a:r>
          </a:p>
          <a:p>
            <a:r>
              <a:t>Refine: Handle zero area, add units, save to file</a:t>
            </a:r>
          </a:p>
          <a:p/>
          <a:p>
            <a:r>
              <a:t>Done is better than perfect — ship V1, improve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CHECKLIST</a:t>
            </a:r>
          </a:p>
          <a:p/>
          <a:p>
            <a:r>
              <a:t>Before Starting:</a:t>
            </a:r>
          </a:p>
          <a:p>
            <a:r>
              <a:t>□ Goal clearly defined?</a:t>
            </a:r>
          </a:p>
          <a:p>
            <a:r>
              <a:t>□ Inputs and outputs identified?</a:t>
            </a:r>
          </a:p>
          <a:p>
            <a:r>
              <a:t>□ Broken into small tasks?</a:t>
            </a:r>
          </a:p>
          <a:p/>
          <a:p>
            <a:r>
              <a:t>While Building:</a:t>
            </a:r>
          </a:p>
          <a:p>
            <a:r>
              <a:t>□ Testing each piece?</a:t>
            </a:r>
          </a:p>
          <a:p>
            <a:r>
              <a:t>□ Understanding AI's code?</a:t>
            </a:r>
          </a:p>
          <a:p>
            <a:r>
              <a:t>□ Saving working versions?</a:t>
            </a:r>
          </a:p>
          <a:p/>
          <a:p>
            <a:r>
              <a:t>Before Finishing:</a:t>
            </a:r>
          </a:p>
          <a:p>
            <a:r>
              <a:t>□ Works with normal input?</a:t>
            </a:r>
          </a:p>
          <a:p>
            <a:r>
              <a:t>□ Works with edge cases?</a:t>
            </a:r>
          </a:p>
          <a:p>
            <a:r>
              <a:t>□ Has clear error messages?</a:t>
            </a:r>
          </a:p>
          <a:p/>
          <a:p>
            <a:r>
              <a:t>Quality Check:</a:t>
            </a:r>
          </a:p>
          <a:p>
            <a:r>
              <a:t>□ Code readable?</a:t>
            </a:r>
          </a:p>
          <a:p>
            <a:r>
              <a:t>□ Names descriptive?</a:t>
            </a:r>
          </a:p>
          <a:p>
            <a:r>
              <a:t>□ Comments where needed?</a:t>
            </a:r>
          </a:p>
          <a:p/>
          <a:p>
            <a:r>
              <a:t>Final Questions:</a:t>
            </a:r>
          </a:p>
          <a:p>
            <a:r>
              <a:t>- Can someone else use this without help?</a:t>
            </a:r>
          </a:p>
          <a:p>
            <a:r>
              <a:t>- Would you trust this in production?</a:t>
            </a:r>
          </a:p>
          <a:p/>
          <a:p>
            <a:r>
              <a:t>Checklist complete = Ready to 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GROWING YOUR SKILLS</a:t>
            </a:r>
          </a:p>
          <a:p/>
          <a:p>
            <a:r>
              <a:t>Stage 1: COPY</a:t>
            </a:r>
          </a:p>
          <a:p>
            <a:r>
              <a:t>Follow AI's code exactly, ask for explanations, learn patterns</a:t>
            </a:r>
          </a:p>
          <a:p>
            <a:r>
              <a:t>Goal: Get code working, understand what it does</a:t>
            </a:r>
          </a:p>
          <a:p/>
          <a:p>
            <a:r>
              <a:t>Stage 2: MODIFY</a:t>
            </a:r>
          </a:p>
          <a:p>
            <a:r>
              <a:t>Adjust AI's code yourself, combine pieces, fix small issues</a:t>
            </a:r>
          </a:p>
          <a:p>
            <a:r>
              <a:t>Goal: Adapt solutions, build on existing code</a:t>
            </a:r>
          </a:p>
          <a:p/>
          <a:p>
            <a:r>
              <a:t>Stage 3: CREATE</a:t>
            </a:r>
          </a:p>
          <a:p>
            <a:r>
              <a:t>Design solutions, use AI as assistant, guide the process</a:t>
            </a:r>
          </a:p>
          <a:p>
            <a:r>
              <a:t>Goal: Build anything, AI accelerates but doesn't replace you</a:t>
            </a:r>
          </a:p>
          <a:p/>
          <a:p>
            <a:r>
              <a:t>The secret: Every expert was once a beginner who kept building.</a:t>
            </a:r>
          </a:p>
          <a:p/>
          <a:p>
            <a:r>
              <a:t>Growth = Practice + Curiosity + Persistence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</a:t>
            </a:r>
          </a:p>
          <a:p/>
          <a:p>
            <a:r>
              <a:t>AI Tools:</a:t>
            </a:r>
          </a:p>
          <a:p>
            <a:r>
              <a:t>- Claude — Great for explanations</a:t>
            </a:r>
          </a:p>
          <a:p>
            <a:r>
              <a:t>- ChatGPT — Good for code generation</a:t>
            </a:r>
          </a:p>
          <a:p>
            <a:r>
              <a:t>- GitHub Copilot — In-editor assistance</a:t>
            </a:r>
          </a:p>
          <a:p/>
          <a:p>
            <a:r>
              <a:t>Learning More:</a:t>
            </a:r>
          </a:p>
          <a:p>
            <a:r>
              <a:t>- Python.org — Documentation</a:t>
            </a:r>
          </a:p>
          <a:p>
            <a:r>
              <a:t>- Stack Overflow — Q&amp;A for errors</a:t>
            </a:r>
          </a:p>
          <a:p>
            <a:r>
              <a:t>- YouTube — Visual learning</a:t>
            </a:r>
          </a:p>
          <a:p/>
          <a:p>
            <a:r>
              <a:t>Practice Ideas:</a:t>
            </a:r>
          </a:p>
          <a:p>
            <a:r>
              <a:t>- Automate calculations</a:t>
            </a:r>
          </a:p>
          <a:p>
            <a:r>
              <a:t>- Data visualization</a:t>
            </a:r>
          </a:p>
          <a:p>
            <a:r>
              <a:t>- File processing</a:t>
            </a:r>
          </a:p>
          <a:p/>
          <a:p>
            <a:r>
              <a:t>When Stuck:</a:t>
            </a:r>
          </a:p>
          <a:p>
            <a:r>
              <a:t>1. Ask AI → 2. Search Web → 3. Rephrase → 4. Break Down</a:t>
            </a:r>
          </a:p>
          <a:p/>
          <a:p>
            <a:r>
              <a:t>Most problems solved in 1-2 steps.</a:t>
            </a:r>
          </a:p>
          <a:p/>
          <a:p>
            <a:r>
              <a:t>Help is always one question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JOURNEY</a:t>
            </a:r>
          </a:p>
          <a:p/>
          <a:p>
            <a:r>
              <a:t>You started: "I can't code"</a:t>
            </a:r>
          </a:p>
          <a:p/>
          <a:p>
            <a:r>
              <a:t>You learned:</a:t>
            </a:r>
          </a:p>
          <a:p>
            <a:r>
              <a:t>- The Loop: Describe → Get → Run → Evaluate</a:t>
            </a:r>
          </a:p>
          <a:p>
            <a:r>
              <a:t>- Decomposition: Big → Small tasks</a:t>
            </a:r>
          </a:p>
          <a:p>
            <a:r>
              <a:t>- Communication: Specific prompts → Better results</a:t>
            </a:r>
          </a:p>
          <a:p/>
          <a:p>
            <a:r>
              <a:t>You are now: "I build with AI"</a:t>
            </a:r>
          </a:p>
          <a:p/>
          <a:p>
            <a:r>
              <a:t>Skills you have:</a:t>
            </a:r>
          </a:p>
          <a:p>
            <a:r>
              <a:t>- Read and understand code</a:t>
            </a:r>
          </a:p>
          <a:p>
            <a:r>
              <a:t>- Communicate with AI effectively</a:t>
            </a:r>
          </a:p>
          <a:p>
            <a:r>
              <a:t>- Debug and fix problems</a:t>
            </a:r>
          </a:p>
          <a:p>
            <a:r>
              <a:t>- Build working solutions</a:t>
            </a:r>
          </a:p>
          <a:p/>
          <a:p>
            <a:r>
              <a:t>What's next:</a:t>
            </a:r>
          </a:p>
          <a:p>
            <a:r>
              <a:t>- Pick a real problem</a:t>
            </a:r>
          </a:p>
          <a:p>
            <a:r>
              <a:t>- Build your first project</a:t>
            </a:r>
          </a:p>
          <a:p>
            <a:r>
              <a:t>- Share it with someone</a:t>
            </a:r>
          </a:p>
          <a:p>
            <a:r>
              <a:t>- Build another one!</a:t>
            </a:r>
          </a:p>
          <a:p/>
          <a:p>
            <a:r>
              <a:t>The truth: Everyone looks things up. Everyone gets stuck. Everyone asks for help.</a:t>
            </a:r>
          </a:p>
          <a:p>
            <a:r>
              <a:t>The only difference is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TAKEAWAYS</a:t>
            </a:r>
          </a:p>
          <a:p/>
          <a:p>
            <a:r>
              <a:t>YOU + AI = BUILDER</a:t>
            </a:r>
          </a:p>
          <a:p/>
          <a:p>
            <a:r>
              <a:t>Six Principles:</a:t>
            </a:r>
          </a:p>
          <a:p>
            <a:r>
              <a:t>1. THE LOOP — Iterate until it works</a:t>
            </a:r>
          </a:p>
          <a:p>
            <a:r>
              <a:t>2. DECOMPOSE — One sentence = right size</a:t>
            </a:r>
          </a:p>
          <a:p>
            <a:r>
              <a:t>3. BE SPECIFIC — What, where, how, why, example</a:t>
            </a:r>
          </a:p>
          <a:p>
            <a:r>
              <a:t>4. GIVE FEEDBACK — Got X, Expected Y, Change Z</a:t>
            </a:r>
          </a:p>
          <a:p>
            <a:r>
              <a:t>5. SHARE CONTEXT — AI only knows what you tell it</a:t>
            </a:r>
          </a:p>
          <a:p>
            <a:r>
              <a:t>6. KNOW WHEN TO RESTART — 5 attempts then fresh start</a:t>
            </a:r>
          </a:p>
          <a:p/>
          <a:p>
            <a:r>
              <a:t>The Formula:</a:t>
            </a:r>
          </a:p>
          <a:p>
            <a:r>
              <a:t>Clear Goal + Small Steps + Iteration + Persistence = Working Code</a:t>
            </a:r>
          </a:p>
          <a:p/>
          <a:p>
            <a:r>
              <a:t>You now have everything you need.</a:t>
            </a:r>
          </a:p>
          <a:p>
            <a:r>
              <a:t>Start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FROM NON-CODER TO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882A1"/>
                </a:solidFill>
              </a:defRPr>
            </a:pPr>
            <a:r>
              <a:t>Coding with AI for Engineers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6882A1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FOUNDATIONS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1-the-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1-the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2-the-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1-six-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6882A1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1-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2-the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1-the-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2-five-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1-good-vs-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2-the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1-the-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2-what-to-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1-the-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2-the-5-attempt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6882A1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PROBLEMS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1-common-tr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2-trust-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1-the-debug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2-error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1-the-stu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2-escape-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6882A1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BUILDING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1-learning-to-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2-code-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1-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2-control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1-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2-libr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1-data-stru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2-files-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1-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2-project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6882A1"/>
                </a:solidFill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APPLICATION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1-your-first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2-project-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1-growing-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2-re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3-the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4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11430000" cy="808606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Now Go Build Something!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882A1"/>
                </a:solidFill>
              </a:defRPr>
            </a:pPr>
            <a:r>
              <a:t>You have everything you need.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